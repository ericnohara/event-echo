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fe0bf8729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fe0bf8729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fe0bf8729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6fe0bf8729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fe0bf8729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fe0bf8729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19d19ea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19d19ea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24744c8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24744c8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24744c85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24744c85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Interim Project Presentation 1</a:t>
            </a:r>
            <a:endParaRPr b="1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Eric, Owen, Richard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Proposal Recap</a:t>
            </a:r>
            <a:endParaRPr b="1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233050"/>
            <a:ext cx="7038900" cy="37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Problem statement: </a:t>
            </a:r>
            <a:endParaRPr b="1"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After events end, photos and memories get buried in personal galleries or scattered across social media</a:t>
            </a:r>
            <a:endParaRPr b="1"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Why it matters: </a:t>
            </a:r>
            <a:endParaRPr b="1"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Builds a collective memory map connecting people through shared experiences, allowing people to preserve meaningful moments tied to real-world places</a:t>
            </a:r>
            <a:endParaRPr b="1" sz="1200"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Planned Features (MVP)</a:t>
            </a:r>
            <a:endParaRPr b="1"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Event Map : </a:t>
            </a:r>
            <a:r>
              <a:rPr lang="en" sz="1200"/>
              <a:t>Map view with pins for past &amp; upcoming events using Google Maps API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Event Creation:</a:t>
            </a:r>
            <a:r>
              <a:rPr lang="en" sz="1200"/>
              <a:t> User create / join event by location  using TicketMaster API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Memory Wall: </a:t>
            </a:r>
            <a:r>
              <a:rPr lang="en" sz="1200"/>
              <a:t>Scrollable grid showing uploaded memories from users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Authentication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Database + Storage : </a:t>
            </a:r>
            <a:r>
              <a:rPr lang="en" sz="1200"/>
              <a:t>Store events, users , memories, images</a:t>
            </a:r>
            <a:endParaRPr sz="1200"/>
          </a:p>
          <a:p>
            <a:pPr indent="-330715" lvl="0" marL="457200" rtl="0" algn="l">
              <a:spcBef>
                <a:spcPts val="0"/>
              </a:spcBef>
              <a:spcAft>
                <a:spcPts val="0"/>
              </a:spcAft>
              <a:buSzPts val="1608"/>
              <a:buChar char="●"/>
            </a:pPr>
            <a:r>
              <a:rPr b="1" lang="en" sz="1608"/>
              <a:t>What’s changed?</a:t>
            </a:r>
            <a:endParaRPr b="1" sz="1608"/>
          </a:p>
          <a:p>
            <a:pPr indent="-305920" lvl="1" marL="914400" rtl="0" algn="l">
              <a:spcBef>
                <a:spcPts val="0"/>
              </a:spcBef>
              <a:spcAft>
                <a:spcPts val="0"/>
              </a:spcAft>
              <a:buSzPts val="1218"/>
              <a:buChar char="○"/>
            </a:pPr>
            <a:r>
              <a:rPr lang="en" sz="1217"/>
              <a:t>Adapting the application to work with our technology (i.e. Given we have this Ticketmaster event data, incorporating it alongside user-defined events seamlessly)</a:t>
            </a:r>
            <a:endParaRPr sz="1217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Current Architecture Overview</a:t>
            </a:r>
            <a:endParaRPr b="1"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440875" y="1012250"/>
            <a:ext cx="6453600" cy="37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MVVM + Repository pattern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UI layer</a:t>
            </a:r>
            <a:endParaRPr sz="14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Compose screens + reusable components</a:t>
            </a:r>
            <a:endParaRPr sz="12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View Models layer</a:t>
            </a:r>
            <a:endParaRPr sz="14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UI state</a:t>
            </a:r>
            <a:endParaRPr sz="12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Repository layer</a:t>
            </a:r>
            <a:endParaRPr sz="14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For external data sources (Firebase, API calls, local DB)</a:t>
            </a:r>
            <a:endParaRPr sz="12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Jetpack Compose Navigation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Firebase</a:t>
            </a:r>
            <a:endParaRPr sz="14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Authentication, database, file storage</a:t>
            </a:r>
            <a:endParaRPr sz="12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DataStore</a:t>
            </a:r>
            <a:endParaRPr sz="14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Saving user data/preferences/information</a:t>
            </a:r>
            <a:endParaRPr sz="12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Ticketmaster API</a:t>
            </a:r>
            <a:endParaRPr sz="14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Retrieving filtered events</a:t>
            </a:r>
            <a:endParaRPr sz="12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Google Maps API</a:t>
            </a:r>
            <a:endParaRPr sz="14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Map feature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Team Workflow</a:t>
            </a:r>
            <a:endParaRPr b="1"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4958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GitHub</a:t>
            </a:r>
            <a:endParaRPr b="1"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Dev branch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Feature branches pushed to dev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Merge to main at end of project</a:t>
            </a:r>
            <a:endParaRPr sz="1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Eric</a:t>
            </a:r>
            <a:endParaRPr b="1"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Ticketmaster API + navigation</a:t>
            </a:r>
            <a:endParaRPr sz="1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Richard</a:t>
            </a:r>
            <a:endParaRPr b="1"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Google Maps API</a:t>
            </a:r>
            <a:endParaRPr sz="1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Owen</a:t>
            </a:r>
            <a:endParaRPr b="1"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Events detail screen + ViewModel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Challenges Faced</a:t>
            </a:r>
            <a:endParaRPr b="1"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Structuring the project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Calling APIs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Needed to add network access permission in Manifest.xml</a:t>
            </a:r>
            <a:endParaRPr sz="1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Efficient asynchronous team workflow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GitHub &amp; communication</a:t>
            </a:r>
            <a:endParaRPr sz="1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Kotlin version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Google maps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Libs.versions.toml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2.2.x</a:t>
            </a:r>
            <a:endParaRPr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18" title="CS 501 E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388" y="80950"/>
            <a:ext cx="8277225" cy="498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19" title="CS 501 E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913" y="33338"/>
            <a:ext cx="8258175" cy="507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