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12f07169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12f07169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2f07169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12f07169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12f07169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12f07169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ce57468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ce57468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2f07169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12f07169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12f07169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12f07169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2f07169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12f07169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Echo Interim Presentation 2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Owen, Richard, Eric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6778650" y="596000"/>
            <a:ext cx="2667600" cy="10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MVVM Architecture</a:t>
            </a:r>
            <a:endParaRPr/>
          </a:p>
        </p:txBody>
      </p:sp>
      <p:pic>
        <p:nvPicPr>
          <p:cNvPr id="92" name="Google Shape;92;p14" title="CS 501 E1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4600"/>
            <a:ext cx="6677601" cy="402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131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 Flow</a:t>
            </a:r>
            <a:endParaRPr/>
          </a:p>
        </p:txBody>
      </p:sp>
      <p:pic>
        <p:nvPicPr>
          <p:cNvPr id="98" name="Google Shape;98;p15" title="flow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643533"/>
            <a:ext cx="9144001" cy="4289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5811300" y="238300"/>
            <a:ext cx="3332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Schemas</a:t>
            </a:r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25" y="159350"/>
            <a:ext cx="5321477" cy="2167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925" y="2360525"/>
            <a:ext cx="5321477" cy="250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Jetpack Compose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maps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Play-services-maps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Play-services-location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Firebase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Firebase-auth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Firebase-firestore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Firebase-storage</a:t>
            </a:r>
            <a:endParaRPr/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811300" y="238300"/>
            <a:ext cx="3332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+ Testing Strategies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 Logs &amp; Logcat to write and view log/error messages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test data to </a:t>
            </a:r>
            <a:r>
              <a:rPr lang="en"/>
              <a:t>quickly</a:t>
            </a:r>
            <a:r>
              <a:rPr lang="en"/>
              <a:t> test UI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through the UI as an end user would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Thorough testing for edge cases and unintended behavior by messing with 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In-Progress: Automated Compose UI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View data in Firebase to ensure correct values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Workflow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branches merged to dev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 up the main features to implement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Firebase setup and integration in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Richard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GPS sensor integration with Google Maps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Owen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UI update + update to use real user/event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Stretch Goals/Progress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019282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Done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Google maps + GPS sensor integration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 of third party Ticketmaster API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Firestore integration for users and events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File storage on Firebase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Goals: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Complete implementation of memory wall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Integration of camera with memory wall posting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Polish UI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 onboarding when user logs in for the first time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Descoped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AR</a:t>
            </a:r>
            <a:r>
              <a:rPr lang="en"/>
              <a:t> </a:t>
            </a:r>
            <a:r>
              <a:rPr lang="en"/>
              <a:t>Timeline: AR view showing memories in physical space.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Weather Integration: Display event weather data for context.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Social Features: 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best contributor badge, 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notifications for nearby or new events,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Event following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