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Roboto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Roboto-bold.fntdata"/><Relationship Id="rId14" Type="http://schemas.openxmlformats.org/officeDocument/2006/relationships/font" Target="fonts/Roboto-regular.fntdata"/><Relationship Id="rId17" Type="http://schemas.openxmlformats.org/officeDocument/2006/relationships/font" Target="fonts/Roboto-boldItalic.fntdata"/><Relationship Id="rId16" Type="http://schemas.openxmlformats.org/officeDocument/2006/relationships/font" Target="fonts/Roboto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g3912f071697_0_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g3912f071697_0_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912f071697_0_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3912f071697_0_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912f071697_0_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" name="Google Shape;101;g3912f071697_0_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ace574683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ace574683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912f071697_0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912f071697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912f071697_0_1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912f071697_0_1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912f071697_0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912f071697_0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1" name="Google Shape;11;p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6" name="Google Shape;16;p2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oogle Shape;20;p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1" name="Google Shape;21;p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" name="Google Shape;22;p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" name="Google Shape;23;p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" name="Google Shape;24;p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6" name="Google Shape;26;p3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oogle Shape;29;p4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30" name="Google Shape;30;p4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4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" name="Google Shape;32;p4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" name="Google Shape;35;p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37" name="Google Shape;37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" name="Google Shape;51;p8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" name="Google Shape;52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3" name="Google Shape;53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4" name="Google Shape;54;p8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5" name="Google Shape;55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57" name="Google Shape;57;p8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8" name="Google Shape;58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9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" name="Google Shape;62;p9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3" name="Google Shape;63;p9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68" name="Google Shape;68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0" name="Google Shape;70;p1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71" name="Google Shape;71;p1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3" name="Google Shape;73;p11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1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5" name="Google Shape;75;p1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6" name="Google Shape;76;p11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 Echo Interim Presentation 2</a:t>
            </a:r>
            <a:endParaRPr/>
          </a:p>
        </p:txBody>
      </p:sp>
      <p:sp>
        <p:nvSpPr>
          <p:cNvPr id="86" name="Google Shape;86;p1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Owen, Richard, Eric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>
            <p:ph type="title"/>
          </p:nvPr>
        </p:nvSpPr>
        <p:spPr>
          <a:xfrm>
            <a:off x="6778650" y="596000"/>
            <a:ext cx="2667600" cy="108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MVVM Architecture</a:t>
            </a:r>
            <a:endParaRPr/>
          </a:p>
        </p:txBody>
      </p:sp>
      <p:pic>
        <p:nvPicPr>
          <p:cNvPr id="92" name="Google Shape;92;p14" title="CS 501 E1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304600"/>
            <a:ext cx="6677601" cy="40202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5"/>
          <p:cNvSpPr txBox="1"/>
          <p:nvPr>
            <p:ph type="title"/>
          </p:nvPr>
        </p:nvSpPr>
        <p:spPr>
          <a:xfrm>
            <a:off x="311700" y="131025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Navigation Flow</a:t>
            </a:r>
            <a:endParaRPr/>
          </a:p>
        </p:txBody>
      </p:sp>
      <p:pic>
        <p:nvPicPr>
          <p:cNvPr id="98" name="Google Shape;98;p15" title="flow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" y="643533"/>
            <a:ext cx="9144001" cy="428914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6"/>
          <p:cNvSpPr txBox="1"/>
          <p:nvPr>
            <p:ph type="title"/>
          </p:nvPr>
        </p:nvSpPr>
        <p:spPr>
          <a:xfrm>
            <a:off x="5811300" y="238300"/>
            <a:ext cx="33327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Database Schemas</a:t>
            </a:r>
            <a:endParaRPr/>
          </a:p>
        </p:txBody>
      </p:sp>
      <p:pic>
        <p:nvPicPr>
          <p:cNvPr id="104" name="Google Shape;10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925" y="159350"/>
            <a:ext cx="5321477" cy="2167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2925" y="2360525"/>
            <a:ext cx="5321477" cy="25048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Jetpack Compose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Google maps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Play-services-maps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Play-services-location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Firebase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Firebase-auth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Firebase-firestore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Firebase-storage</a:t>
            </a:r>
            <a:endParaRPr/>
          </a:p>
        </p:txBody>
      </p:sp>
      <p:sp>
        <p:nvSpPr>
          <p:cNvPr id="111" name="Google Shape;111;p17"/>
          <p:cNvSpPr txBox="1"/>
          <p:nvPr>
            <p:ph type="title"/>
          </p:nvPr>
        </p:nvSpPr>
        <p:spPr>
          <a:xfrm>
            <a:off x="5811300" y="238300"/>
            <a:ext cx="33327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Dependencies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Debugging + Testing Strategies</a:t>
            </a:r>
            <a:endParaRPr/>
          </a:p>
        </p:txBody>
      </p:sp>
      <p:sp>
        <p:nvSpPr>
          <p:cNvPr id="117" name="Google Shape;117;p18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Utilize Logs &amp; Logcat to write and view log/error messages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test data to </a:t>
            </a:r>
            <a:r>
              <a:rPr lang="en"/>
              <a:t>quickly</a:t>
            </a:r>
            <a:r>
              <a:rPr lang="en"/>
              <a:t> test UI changes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Test through the UI as an end user would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Thorough testing for edge cases and unintended behavior by messing with UI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In-Progress: Automated Compose UI Testing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View data in Firebase to ensure correct values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Team Workflow</a:t>
            </a:r>
            <a:endParaRPr/>
          </a:p>
        </p:txBody>
      </p:sp>
      <p:sp>
        <p:nvSpPr>
          <p:cNvPr id="123" name="Google Shape;123;p19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Feature branches merged to dev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Broke up the main features to implement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Eric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Firebase setup and integration in app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Richard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GPS sensor integration with Google Maps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Owen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UI update + update to use real user/event data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Stretch Goals/Progress</a:t>
            </a:r>
            <a:endParaRPr/>
          </a:p>
        </p:txBody>
      </p:sp>
      <p:sp>
        <p:nvSpPr>
          <p:cNvPr id="129" name="Google Shape;129;p20"/>
          <p:cNvSpPr txBox="1"/>
          <p:nvPr>
            <p:ph idx="1" type="body"/>
          </p:nvPr>
        </p:nvSpPr>
        <p:spPr>
          <a:xfrm>
            <a:off x="311700" y="1019282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Done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Google maps + GPS sensor integration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Use of third party Ticketmaster API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Firestore integration for users and events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File storage on Firebase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Goals: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Complete implementation of memory wall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Integration of camera with memory wall posting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Polish UI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Add onboarding when user logs in for the first time</a:t>
            </a:r>
            <a:endParaRPr/>
          </a:p>
          <a:p>
            <a:pPr indent="-325755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/>
              <a:t>Descoped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AR</a:t>
            </a:r>
            <a:r>
              <a:rPr lang="en"/>
              <a:t> </a:t>
            </a:r>
            <a:r>
              <a:rPr lang="en"/>
              <a:t>Timeline: AR view showing memories in physical space.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Weather Integration: Display event weather data for context.</a:t>
            </a:r>
            <a:endParaRPr/>
          </a:p>
          <a:p>
            <a:pPr indent="-304165" lvl="1" marL="914400" rtl="0" algn="l">
              <a:spcBef>
                <a:spcPts val="0"/>
              </a:spcBef>
              <a:spcAft>
                <a:spcPts val="0"/>
              </a:spcAft>
              <a:buSzPct val="100000"/>
              <a:buChar char="○"/>
            </a:pPr>
            <a:r>
              <a:rPr lang="en"/>
              <a:t>Social Features: </a:t>
            </a:r>
            <a:endParaRPr/>
          </a:p>
          <a:p>
            <a:pPr indent="-304164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/>
              <a:t>best contributor badge, </a:t>
            </a:r>
            <a:endParaRPr/>
          </a:p>
          <a:p>
            <a:pPr indent="-304164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/>
              <a:t>notifications for nearby or new events,</a:t>
            </a:r>
            <a:endParaRPr/>
          </a:p>
          <a:p>
            <a:pPr indent="-304164" lvl="2" marL="1371600" rtl="0" algn="l">
              <a:spcBef>
                <a:spcPts val="0"/>
              </a:spcBef>
              <a:spcAft>
                <a:spcPts val="0"/>
              </a:spcAft>
              <a:buSzPct val="100000"/>
              <a:buChar char="■"/>
            </a:pPr>
            <a:r>
              <a:rPr lang="en"/>
              <a:t>Event following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